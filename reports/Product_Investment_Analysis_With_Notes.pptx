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analyzes product category performance to determine the strongest investment opportunity.</a:t>
            </a:r>
          </a:p>
          <a:p>
            <a:r>
              <a:t>We compare total revenue, monthly trends, customer demographics, and price sensitivity.</a:t>
            </a:r>
          </a:p>
          <a:p>
            <a:r>
              <a:t>Conclusion: Clothing is the most stable and scalable investment, Electronics is strong for promotional boosts, Beauty is volatile.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chart shows monthly sales trends for each product category.</a:t>
            </a:r>
          </a:p>
          <a:p>
            <a:r>
              <a:t>Clothing remains consistently strong across all months, showing stable demand.</a:t>
            </a:r>
          </a:p>
          <a:p>
            <a:r>
              <a:t>Electronics shows peaks that align with seasonal or promotional periods.</a:t>
            </a:r>
          </a:p>
          <a:p>
            <a:r>
              <a:t>Beauty fluctuates, indicating trend-based or emotional purchasing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bar chart compares total revenue by category.</a:t>
            </a:r>
          </a:p>
          <a:p>
            <a:r>
              <a:t>Clothing contributes the highest total revenue overall, making it the strongest base for investment.</a:t>
            </a:r>
          </a:p>
          <a:p>
            <a:r>
              <a:t>Electronics performs well but is less stable month-to-month.</a:t>
            </a:r>
          </a:p>
          <a:p>
            <a:r>
              <a:t>Beauty generates revenue but with lower consistency and predictability.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Summary:</a:t>
            </a:r>
          </a:p>
          <a:p>
            <a:r>
              <a:t>Primary Investment → Clothing: Stable demand across demographics, supports predictable growth.</a:t>
            </a:r>
          </a:p>
          <a:p>
            <a:r>
              <a:t>Secondary Investment → Electronics: High return during promotional cycles, useful for growth pushes.</a:t>
            </a:r>
          </a:p>
          <a:p>
            <a:r>
              <a:t>Monitor → Beauty: Demand is volatile; best for trend-based and targeted campaigns.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category dominance and future investment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</a:t>
            </a:r>
          </a:p>
        </p:txBody>
      </p:sp>
      <p:pic>
        <p:nvPicPr>
          <p:cNvPr id="3" name="Picture 2" descr="monthly_sales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Revenue by Product Category</a:t>
            </a:r>
          </a:p>
        </p:txBody>
      </p:sp>
      <p:pic>
        <p:nvPicPr>
          <p:cNvPr id="3" name="Picture 2" descr="total_revenue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Investment: Clothing (high consistency and strong demand)</a:t>
            </a:r>
          </a:p>
          <a:p>
            <a:r>
              <a:t>Secondary Opportunity: Electronics (high promotional responsiveness)</a:t>
            </a:r>
          </a:p>
          <a:p>
            <a:r>
              <a:t>Maintain but do not prioritize Beauty (higher volatility)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